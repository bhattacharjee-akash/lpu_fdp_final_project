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members of the FDP evaluation panel. Today, we present the LPU Academic Copilot, a full-stack platform driven by a 10-agent orchestrator to automate the standard curriculum preparation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primary problem is administrative overload. Faculty members spend over 8 hours per planning cycle on paperwork, taking away from direct student mentoring.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wanted to leverage modern agentic workflows to build an automated assistant that serves as a quality-audited companion to faculty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objectives focus on automation, structuring, mapping, and compilation, delivering a complete packet in under 40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During deployment, we solved major real-world challenges, such as handling Render's IPv4 network limitations when connecting to Supabase's IPv6 databases, and fixing download authentication loops.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solution decoupling Next.js and FastAPI provides a seamless UI tracking timeline while running intensive multi-agent models in the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system architecture is built for resiliency. We use the Supabase Connection Pooler over port 6543 to bypass Render network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agent is specialized. By prompting them in a sequence, the output of the Planning Agent forms the context for the generation, mapping, and quality check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using modern, fast frameworks. Google Gemini 1.5 Flash provides high reasoning speeds, and ReportLab enables dynamic PDF layouts.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database contains six main relational tables. The agent logs feed our front-end progress indicators, providing trace information to users in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features include progress tracking, configuration customization, and automatic database fallbacks, rendering the platform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evaluation, we demonstrate a complete flow using a sample Machine Learning syllabus. We register, upload, watch the log timeline, and download the output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metrics show a drastic improvement in efficiency, with 100% adherence to standard formatting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future, we plan to connect this directly to LPU's LMS and automate lecture slide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maintained via RLS policies and CORS domain restrictions, while asynchronous execution keeps the app highly responsive.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the LPU Academic Copilot shows how agentic workflows can transform administrative tasks into standard, audited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time. I am open to any questions you may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LPU Academic Copilot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Multi-Agent AI Platform for Faculty Workflow Automation</a:t>
            </a:r>
          </a:p>
          <a:p>
            <a:r>
              <a:t>Lovely Professional University (LPU) FDP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Faculty spend significant hours manually drafting weekly delivery schedules.</a:t>
            </a:r>
          </a:p>
          <a:p>
            <a:pPr/>
            <a:r>
              <a:t>Designing assignments and quiz banks with correct answers is tedious and error-prone.</a:t>
            </a:r>
          </a:p>
          <a:p>
            <a:pPr/>
            <a:r>
              <a:t>Reviewing exam questions manually for cognitive weight (Bloom's Taxonomy) is highly subjective.</a:t>
            </a:r>
          </a:p>
          <a:p>
            <a:pPr/>
            <a:r>
              <a:t>Verifying syllabus compliance takes multiple iteration reviews, causing process delays.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Empower lovely faculty members by automating repetitive documentation.</a:t>
            </a:r>
          </a:p>
          <a:p>
            <a:pPr/>
            <a:r>
              <a:t>Maintain absolute standardization across academic packages.</a:t>
            </a:r>
          </a:p>
          <a:p>
            <a:pPr/>
            <a:r>
              <a:t>Provide objective, automated feedback on curriculum compliance prior to class delivery.</a:t>
            </a:r>
          </a:p>
          <a:p>
            <a:pPr/>
            <a:r>
              <a:t>Accelerate institutional agility in resource compilation.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Parse standard syllabus PDF files dynamically.</a:t>
            </a:r>
          </a:p>
          <a:p>
            <a:pPr/>
            <a:r>
              <a:t>Orchestrate a 10-Agent pipeline in a concurrent/dependent sequence.</a:t>
            </a:r>
          </a:p>
          <a:p>
            <a:pPr/>
            <a:r>
              <a:t>Generate structured lecture schedules, progressive assignments, and 20 MCQs.</a:t>
            </a:r>
          </a:p>
          <a:p>
            <a:pPr/>
            <a:r>
              <a:t>Conduct objective Bloom's cognitive mapping and Course Outcome correlation.</a:t>
            </a:r>
          </a:p>
          <a:p>
            <a:pPr/>
            <a:r>
              <a:t>Output a publication-ready Course Package PDF containing all reviewed deliverables.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Existing Challenges in AI Document Synthesis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Invalid Model Names: Out-of-date model identifiers cause live API crashes.</a:t>
            </a:r>
          </a:p>
          <a:p>
            <a:pPr/>
            <a:r>
              <a:t>DNS &amp; Network Barriers: Direct PostgreSQL IPv6 calls fail inside Render's IPv4 VMs.</a:t>
            </a:r>
          </a:p>
          <a:p>
            <a:pPr/>
            <a:r>
              <a:t>Query Param Incompatibilities: Unused parameters (like pgbouncer) crash DB drivers.</a:t>
            </a:r>
          </a:p>
          <a:p>
            <a:pPr/>
            <a:r>
              <a:t>Download Authentication Conflicts: Browser file downloads lack JWT bearer headers.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Full-stack web application linking Next.js 15 and FastAPI.</a:t>
            </a:r>
          </a:p>
          <a:p>
            <a:pPr/>
            <a:r>
              <a:t>State-of-the-art Google Gemini 1.5 Flash API reasoning models.</a:t>
            </a:r>
          </a:p>
          <a:p>
            <a:pPr/>
            <a:r>
              <a:t>An asynchronous 10-node agent orchestrator running in background threads.</a:t>
            </a:r>
          </a:p>
          <a:p>
            <a:pPr/>
            <a:r>
              <a:t>Supabase PostgreSQL and Object Storage database backend.</a:t>
            </a:r>
          </a:p>
          <a:p>
            <a:pPr/>
            <a:r>
              <a:t>CORS-compliant and authenticated APIs with public token-less download streams.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Data 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Frontend: Next.js 15, TypeScript, Tailwind CSS, and Supabase client-side Auth.</a:t>
            </a:r>
          </a:p>
          <a:p>
            <a:pPr/>
            <a:r>
              <a:t>Backend: FastAPI (Python 3.12/3.14) serving REST APIs and managing Alembic migrations.</a:t>
            </a:r>
          </a:p>
          <a:p>
            <a:pPr/>
            <a:r>
              <a:t>Database Connection: Powered by Supabase Connection Pooler (Port 6543) resolving to IPv4.</a:t>
            </a:r>
          </a:p>
          <a:p>
            <a:pPr/>
            <a:r>
              <a:t>Authentication: Supabase JWT validation inside FastAPI dependencies.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10-Agent Orchestrator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Planning Node: Extracts syllabus structure, units, and Course Outcomes.</a:t>
            </a:r>
          </a:p>
          <a:p>
            <a:pPr/>
            <a:r>
              <a:t>Generation Group (Parallel): Lesson Plan, Assignment, Quiz, and Question Paper agents.</a:t>
            </a:r>
          </a:p>
          <a:p>
            <a:pPr/>
            <a:r>
              <a:t>Mapping Group: Bloom Taxonomy Evaluator and Course Outcomes (CO) alignment nodes.</a:t>
            </a:r>
          </a:p>
          <a:p>
            <a:pPr/>
            <a:r>
              <a:t>Review Group: Consistency checker (Reviewer) and Compliance Auditor (Quality Agent).</a:t>
            </a:r>
          </a:p>
          <a:p>
            <a:pPr/>
            <a:r>
              <a:t>Compilation Node: Compiles raw structures into a styled ReportLab PDF pack.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Frontend: React 19, Next.js 15 (App Router), Framer Motion, Lucide Icons</a:t>
            </a:r>
          </a:p>
          <a:p>
            <a:pPr/>
            <a:r>
              <a:t>Backend: FastAPI, Uvicorn ASGI Server, SQLAlchemy ORM</a:t>
            </a:r>
          </a:p>
          <a:p>
            <a:pPr/>
            <a:r>
              <a:t>Database &amp; Storage: Supabase PostgreSQL (PgBouncer), Supabase Storage Buckets</a:t>
            </a:r>
          </a:p>
          <a:p>
            <a:pPr/>
            <a:r>
              <a:t>AI Models: Google Gemini 1.5 Flash (Primary), Groq Cloud APIs (Secondary)</a:t>
            </a:r>
          </a:p>
          <a:p>
            <a:pPr/>
            <a:r>
              <a:t>PDF Engine: ReportLab layout flowables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Relational 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users: Stores synchronized authentication profiles.</a:t>
            </a:r>
          </a:p>
          <a:p>
            <a:pPr/>
            <a:r>
              <a:t>syllabi: Holds the parsed text, code, and PDF path parameters.</a:t>
            </a:r>
          </a:p>
          <a:p>
            <a:pPr/>
            <a:r>
              <a:t>generation_histories: Tracks processing and completion states.</a:t>
            </a:r>
          </a:p>
          <a:p>
            <a:pPr/>
            <a:r>
              <a:t>agent_execution_logs: Feeds the live timeline in the frontend.</a:t>
            </a:r>
          </a:p>
          <a:p>
            <a:pPr/>
            <a:r>
              <a:t>All tables use Cascade On Delete constraints for data integrity.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Platform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Interactive Uploader: Simple drag &amp; drop interface for PDF files.</a:t>
            </a:r>
          </a:p>
          <a:p>
            <a:pPr/>
            <a:r>
              <a:t>Live Timeline Logs: Real-time progress updates directly from background workers.</a:t>
            </a:r>
          </a:p>
          <a:p>
            <a:pPr/>
            <a:r>
              <a:t>Calibration Settings: Fine-tune model parameters and faculty details.</a:t>
            </a:r>
          </a:p>
          <a:p>
            <a:pPr/>
            <a:r>
              <a:t>Public Downloads: Direct, secure downloads without header conflicts.</a:t>
            </a:r>
          </a:p>
          <a:p>
            <a:pPr/>
            <a:r>
              <a:t>Resilient DB Fallback: Gracefully routes to SQLite locally if remote PG is offline.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Demonstration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Step 1: User signs up/in on the Vercel frontend portal.</a:t>
            </a:r>
          </a:p>
          <a:p>
            <a:pPr/>
            <a:r>
              <a:t>Step 2: Uploads a standard syllabus PDF (e.g. Machine Learning).</a:t>
            </a:r>
          </a:p>
          <a:p>
            <a:pPr/>
            <a:r>
              <a:t>Step 3: Trigger Multi-Agent Workflow triggers background tasks.</a:t>
            </a:r>
          </a:p>
          <a:p>
            <a:pPr/>
            <a:r>
              <a:t>Step 4: Status timelines trace agent outputs concurrently.</a:t>
            </a:r>
          </a:p>
          <a:p>
            <a:pPr/>
            <a:r>
              <a:t>Step 5: The final Course Pack PDF is downloaded with 1 click.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Over 8 hours saved per course planning cycle.</a:t>
            </a:r>
          </a:p>
          <a:p>
            <a:pPr/>
            <a:r>
              <a:t>Ensures 100% standard formatting across university course packs.</a:t>
            </a:r>
          </a:p>
          <a:p>
            <a:pPr/>
            <a:r>
              <a:t>Objective grading: Bloom's Taxonomy cognitive weights are mapped uniformly.</a:t>
            </a:r>
          </a:p>
          <a:p>
            <a:pPr/>
            <a:r>
              <a:t>Immediate quality feedback allows faster curriculum iterations.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Scope &amp;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Direct LPU LMS / UMS Integration: Push course packs to class groups instantly.</a:t>
            </a:r>
          </a:p>
          <a:p>
            <a:pPr/>
            <a:r>
              <a:t>AI Lecture Notes: Automatically generate slide decks and lecture notes for weekly plans.</a:t>
            </a:r>
          </a:p>
          <a:p>
            <a:pPr/>
            <a:r>
              <a:t>Syllabus Comparison: Cross-correlate multiple syllabi to identify gaps.</a:t>
            </a:r>
          </a:p>
          <a:p>
            <a:pPr/>
            <a:r>
              <a:t>OpenAI/Anthropic Engine integrations.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Performance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Data Isolation: Users can only see and manage their own syllabus histories.</a:t>
            </a:r>
          </a:p>
          <a:p>
            <a:pPr/>
            <a:r>
              <a:t>CORS Protection: Domain locks prevent cross-origin scripting hacks.</a:t>
            </a:r>
          </a:p>
          <a:p>
            <a:pPr/>
            <a:r>
              <a:t>Async Background Workers: Keeps the API gateway responsive during heavy LLM calls.</a:t>
            </a:r>
          </a:p>
          <a:p>
            <a:pPr/>
            <a:r>
              <a:t>Sanitized Database URLs: Dynamic filters prevent credential leaks in trace logs.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Decoupled multi-agent architecture successfully validated in production.</a:t>
            </a:r>
          </a:p>
          <a:p>
            <a:pPr/>
            <a:r>
              <a:t>Delivers a complete, audited course package dynamically.</a:t>
            </a:r>
          </a:p>
          <a:p>
            <a:pPr/>
            <a:r>
              <a:t>Bypasses complex deployment and database connection conflicts.</a:t>
            </a:r>
          </a:p>
          <a:p>
            <a:pPr/>
            <a:r>
              <a:t>Innovative solution to elevate institutional planning efficiency.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Lovely Professional University (LPU)</a:t>
            </a:r>
          </a:p>
          <a:p>
            <a:r>
              <a:t>FDP Final Evaluation - Q&amp;A Session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