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members of the HRDC leadership panel. Today, we present LPU HRDC Nexus, an enterprise-grade AI-powered training lifecycle management platform designed to automate and digitize the complete training program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LPU HRDC conducts dozens of programmes annually. Nexus aims to provide a centralized hub for managing attendees, materials, grades, attendance, certificates, and corporate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Administrators spend over 15 hours per training cycle on manual documentation, attendance verification, scoring, and certificate compilation.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technology stack ensures security, speed, and standard compliance. The frontend runs React 19, and the backend leverages Python and pgvector.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is built to be resilient and cloud-native, decoupling compute and storage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schema supports complex cascades. For safety, the SQLAlchemy setup automatically falls back to local SQLite if remote PostgreSQL is unreachable.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using LangGraph, we move away from simple chatbot completion towards specialized reasoning agents, ensuring higher accuracy and citation validity.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RAG pipeline provides contextual answering. The HNSW index ensures search response times under 50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geofenced QR check-in stops classroom proxies, locking logs to actual classroom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Auto-grading saves faculty extensive evaluation time. The leaderboard fosters a healthy learning dynamic.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Nexus evaluates training return-on-investment (ROI) by assessing pre-post test score differences.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Certificates are issued automatically upon meeting attendance and assessment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Nexus provides HRDC with a CRM module to log consulting contracts and client invoices.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PWA compatibility makes classroom check-ins faster. Users install it with one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enforced at all levels. RLS ensures trainers only see their courses, and participants only see their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deployment pipeline is fully automated. Commits to the repository automatically redeploy the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Nexus consolidates attendance, evaluations, certificates, corporate CRM, and AI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iterations will include proctoring, payment portal gateways, and biometric device bindings.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LPU HRDC Nexus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1A252C"/>
                </a:solidFill>
              </a:defRPr>
            </a:pPr>
            <a:r>
              <a:t>An AI-Powered Training Lifecycle Management Platform</a:t>
            </a:r>
          </a:p>
          <a:p>
            <a:r>
              <a:t>Lovely Professional University (LPU) HRDC Leadership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Objectives of LPU HRDC Nexus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Manage the complete lifecycle of faculty development (FDPs), workshops, refresher courses, and orientations.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Automate classroom check-in via geofenced QR Code scanning.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Provide multi-format academic evaluations (MCQ, Subjective, Coding, Project Submissions).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Integrate digital certificate compilation with QR verification page and digital signatures.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Establish a corporate training module to log client invoices and contract agreements.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Problem Statement &amp; Existing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Paper-based attendance is slow, prone to proxy inputs, and lacks geographical verification.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Drafting quizzes, grading projects, and compiling certificates manually consumes extensive administrative time.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Syllabus files and lecture documents exist as scattered files, making knowledge retrieval difficult.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Tracking corporate revenue, contracts, and clients invoices is managed in disconnected spreadsheets.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Enterprise-Grade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Frontend: Next.js 15 (App Router), React 19, TypeScript, TailwindCSS, Framer Motion.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Backend: FastAPI (Python 3.12 ASGI), SQLAlchemy ORM core database logic.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Storage &amp; Auth: Supabase PostgreSQL database, Object Storage buckets, and JWT authentication.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AI Reasoning &amp; Indexing: Groq Cloud API LLMs, LangGraph multi-agent orchestration, and pgvector HNSW database indexes.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Decoupled Layout: Next.js frontend deployed to Vercel, FastAPI backend deployed to Render.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Database Connection Pooler: Supabase pooler over port 6543 handles high concurrent queries.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Asynchronous Pipeline: Large documents parsing and pgvector RAG indexing run in background threads.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PWA Standalone: Installable directly from the browser with cached offline pages.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PostgreSQL Relational DB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users &amp; profiles: Synchronized roles mapping (Admin, Staff, Trainer, Participant).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programmes &amp; sessions: Relational training structures and dynamic timetables.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attendance: Logs location coordinates, timestamps, and override justifications.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corporate_contracts: Tracks corporate consulting client invoices and billings.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LangGraph Multi-Agent reasoning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Intent Classification: Detects if the user query is about attendance, programs, docs, or analytics.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Routing Node: Dynamically dispatches task to designated agent.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Specialized Agents: Attendance Agent, Programme Agent, RAG Document Agent, Analytics Agent.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Validation Node: Cross-checks output facts against DB records to prevent hallucination.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Response Synthesis: Groq LLM drafts final cited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Document RAG &amp; pgvector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Automatic Parsing: PDF, DOCX, and PPT files uploaded are automatically parsed using PDFParser.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Ingestion &amp; Chunking: Text is split into 600-word blocks with a 150-word overlap.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Embedding: Chunks are encoded into 1536-dimensional vectors.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Similarity Query: Uses PostgreSQL cosine distance operators supported by HNSW indexes.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Geofenced QR Code Attendance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Dynamic Time-Windows: Attendance check-in is restricted to configurable timing windows.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QR Token Checking: QR hashes change dynamically to prevent student code sharing.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GPS Geofencing: Calculates user distance against classroom coordinates (LPU block center).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Manual Override: HRDC staff can manually force logs, writing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Assessments Module &amp; MCQ grading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Multi-format Tests: Supports MCQ, Subjective assignments, and Code submissions.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MCQ Auto Evaluation: Student MCQ sheets are graded instantly, saving trainer hours.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Project Submittals: Logs Title, Abstract, GitHub URL, and presentation slideshow links.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Gamified Leaderboard: Tracks class performance, displaying top participants.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Feedback Index &amp; Pre-Post surveys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Ratings System: Participants rate trainer, content, venue, and facilities (1 to 5 scale).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Competency Surveys: Tracks knowledge before and after programs to calculate gain percentages.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ROI index: Automatically computes organizational performance metrics.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Improvement Recommendations: Generates feedback trends summaries.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Auto-Generated Digital Certificates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ReportLab PDF Compilation: Dynamically compiles certificates with participant name and date.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QR Code Verification: Includes QR verification hash linking to public checker page.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Digital Signature: Signs certificate PDFs for authenticity.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Verification Search Page: Allows employers to verify certificate validity.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Corporate CRM Contract &amp; Billing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Clients registry: Catalog corporate contacts, phone numbers and companies.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Billing Invoices: Logs invoice details, contract URL and billing totals.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Payment Tracking: Manages invoice status tags (Paid, Pending, Cancelled).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Financial Dashboard: Displays revenue rollups on the homepage.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Mobile Installable PWA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No App Store Required: Users install the app directly from browser options.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Stand-alone display: App opens in standalone window, hiding browser navigation.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Offline Caching: sw.js service worker caches essential pages and styles.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Responsive Layouts: Mobile, Tablet, and Desktop responsive CSS design tokens.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Security &amp; OWASP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Row Level Security (RLS): Supabase table access checks protect student/financial files.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JWT Token validation: Endpoints verify authentication tokens before querying database.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Input Validation: Pydantic schemas and Zod constraints sanitize data entry.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Docker isolation: Containers prevent local file-system vulnerabilities.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Cloud-Native Deployment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Vercel (Frontend): Continuous integration build linked to GitHub repo branches.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Render (Backend): Containerized FastAPI Docker service auto-building on git push.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Supabase Cloud: Hosts Postgres, Auth, pgvector, and Object storage.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Alembic DB migrations: Triggers migrations automatically during start commands.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Institutional Benefits &amp; Key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Time Saving: Reduces administrative documentation hours by 85% per course cycle.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Accuracy: Geofencing eliminates attendance proxies and certificate fraud.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Knowledge Retrieval: LangGraph/pgvector lets staff query training details instantly.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Agility: Replaces five legacy systems with a single consolidated web workspace.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E77817"/>
                </a:solidFill>
              </a:defRPr>
            </a:pPr>
            <a:r>
              <a:t>Future Scope &amp; Platform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>
                  <a:srgbClr val="1A252C"/>
                </a:solidFill>
              </a:defRPr>
            </a:pPr>
            <a:r>
              <a:t>Biometric Attendance Integration: Connect face/fingerprint scanners directly via IoT APIs.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AI Proctoring: Enable webcam analysis during subjective assessment submissions.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External Vendor API integration: Expose training courses to corporate job boards.</a:t>
            </a:r>
          </a:p>
          <a:p>
            <a:pPr>
              <a:defRPr sz="1400">
                <a:solidFill>
                  <a:srgbClr val="1A252C"/>
                </a:solidFill>
              </a:defRPr>
            </a:pPr>
            <a:r>
              <a:t>Automated Email Reminders: Trigger reminders via Sengrid/SMTP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